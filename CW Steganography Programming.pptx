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59" r:id="rId7"/>
    <p:sldId id="260" r:id="rId8"/>
    <p:sldId id="261" r:id="rId9"/>
    <p:sldId id="263" r:id="rId10"/>
    <p:sldId id="264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7D91B-5E52-731A-C798-BDD924C71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DFCFB8-DDFE-5D1B-5AFB-4C7DA313D3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F0326-6424-42F7-6341-E2ADEFE45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E48F2-EF1D-4205-966E-A3BA4484112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51197-A4AD-8908-1D15-D5922A7CE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95DFE-6DC7-E1D0-D715-CFDFBB075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801CE-D04D-4D01-A734-4F240245F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609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6A110-822A-8B0C-4ED2-5FE9EC2D3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7BEB9-9127-DA88-9F9F-D0A41006C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1FE1C-D341-B938-DD13-27BB2A76B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E48F2-EF1D-4205-966E-A3BA4484112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26CFF-156A-87EC-A653-23D9BBBAD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536F3-92EE-57B2-87BD-444C082EF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801CE-D04D-4D01-A734-4F240245F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97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4ADF1-548C-6037-088B-7C72A4FC0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C6A00-B719-7158-DF71-5C335992B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4D0B3-B7F3-B772-0D09-FD0996FB0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E48F2-EF1D-4205-966E-A3BA4484112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0E74A-8566-A5B2-1BF2-58FDF36DD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CFC33-49F9-92D6-B936-685607F58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801CE-D04D-4D01-A734-4F240245F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435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6AADD-1DA8-D2EA-7985-409403A6F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D5D4C-89A9-CCA0-0E41-F9A5427168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901BDF-B902-F4E0-05C6-A8C42FA81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FB79D-DF2E-EA0D-4DB4-C2EEE189B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E48F2-EF1D-4205-966E-A3BA4484112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243D9B-72C8-B74A-DC20-9A1A8541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735D0-ED1E-A122-E3B0-234A5591F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801CE-D04D-4D01-A734-4F240245F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11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3039A-E220-061F-AB8C-E31419AA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2E61B-CBFF-1B51-E36C-1FEB6F1BE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31675E-2941-9480-065B-B540AC09D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26CE25-1FA0-08DF-7932-041976FB01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18795C-C82B-8AA7-B7A9-CD9C0E24FA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7029C9-5037-6238-061E-136D68C2C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E48F2-EF1D-4205-966E-A3BA4484112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5D0928-A5B1-A3E9-5A92-7281F040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155901-DD2A-E9EC-F120-3FB889C7C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801CE-D04D-4D01-A734-4F240245F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69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523E9-9F76-F67B-E78E-974AE8697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201FFC-D48A-AE67-2E55-98BB9AA58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E48F2-EF1D-4205-966E-A3BA4484112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BF9EDB-E9B2-CD25-E6C0-77673CAB5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360FDB-DA2B-FC81-DEEC-F47A244EC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801CE-D04D-4D01-A734-4F240245F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370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0E86B5-CF78-DD4D-C181-B72FB761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E48F2-EF1D-4205-966E-A3BA4484112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78FFA3-FFA2-7EB9-23EE-2D1732EFD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8B886-2713-CE66-5414-5113F6B01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801CE-D04D-4D01-A734-4F240245F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D36B9-EE23-43C9-9993-4F9444885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87A09-5F8E-E52F-D1DB-5B7010D07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B3C3E-80B7-32C9-5F78-7F62A5956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C239F-0519-6F7B-03BD-8850665D6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E48F2-EF1D-4205-966E-A3BA4484112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E959D-12F4-B274-1835-CC2B8247C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CE02B0-411B-9A2B-0823-36924079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801CE-D04D-4D01-A734-4F240245F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043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8658B-C39C-6CD9-D4BD-EC804B08D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D31615-AB2F-E3DF-50D9-C1B32F0FAE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0316F1-0576-B66A-A7BA-6FAF57310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BC049-BF4B-2B61-E249-EE73F021D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E48F2-EF1D-4205-966E-A3BA4484112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E1588B-AC50-1187-0680-B2430779C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477C9-D6AD-D3A0-262D-99BB87B11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801CE-D04D-4D01-A734-4F240245F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441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6494A-6A91-E63A-07D9-BCC47DDCF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E8C9F7-718E-EB43-E9CE-D7AEFEF10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D948A-02E2-673B-DDE4-3A1DED12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E48F2-EF1D-4205-966E-A3BA4484112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43DEA-4A1F-34C4-E2AF-2D9C84000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4BC55-4220-F9D9-9742-6D9C9B56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801CE-D04D-4D01-A734-4F240245F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549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54BD2D-78F0-0FC5-1F2E-24DDA68568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F26E54-1CAD-0C64-BBD7-5E3752201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EBCDB-71E3-2862-9D71-852C8F511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E48F2-EF1D-4205-966E-A3BA4484112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6F8B6-2FDC-8AB3-842C-0DCE3711A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5B046-029B-007D-203C-205C5EC1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801CE-D04D-4D01-A734-4F240245F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620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DD6E6-37B2-B0D3-CB31-01408914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CEDEC-B362-1F84-733E-FE5464288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64A83-787E-7C4E-8B3C-010505045E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FE48F2-EF1D-4205-966E-A3BA4484112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A36E8-75F7-050E-50D4-0F922A884D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6FFD6-7510-0C7A-6752-81B3E92B7B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801CE-D04D-4D01-A734-4F240245F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045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AFECA3-6BA3-9E96-F9AA-62F1E5080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Student name: Abdalla Tarek Salem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Student ID: CU2400350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Group(1)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1888BB-C2DB-4FE0-6143-187F92BEF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b="1"/>
              <a:t>Steganography Coursework</a:t>
            </a:r>
          </a:p>
          <a:p>
            <a:pPr algn="l"/>
            <a:r>
              <a:rPr lang="en-US" b="1"/>
              <a:t>Introduction to Programming </a:t>
            </a:r>
          </a:p>
        </p:txBody>
      </p:sp>
    </p:spTree>
    <p:extLst>
      <p:ext uri="{BB962C8B-B14F-4D97-AF65-F5344CB8AC3E}">
        <p14:creationId xmlns:p14="http://schemas.microsoft.com/office/powerpoint/2010/main" val="3182274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3E76019-0AB1-983B-9320-1C956EE4F0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4448" y="360282"/>
            <a:ext cx="8261787" cy="581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969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AF423ED6-1A5B-6409-B943-5CBD61CE0F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112" y="302772"/>
            <a:ext cx="9314930" cy="587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494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text box with black text&#10;&#10;AI-generated content may be incorrect.">
            <a:extLst>
              <a:ext uri="{FF2B5EF4-FFF2-40B4-BE49-F238E27FC236}">
                <a16:creationId xmlns:a16="http://schemas.microsoft.com/office/drawing/2014/main" id="{BFF35BFF-CBE4-D3D2-8033-2AFC86F4C2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274" y="515400"/>
            <a:ext cx="9133692" cy="566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53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text box with black text&#10;&#10;AI-generated content may be incorrect.">
            <a:extLst>
              <a:ext uri="{FF2B5EF4-FFF2-40B4-BE49-F238E27FC236}">
                <a16:creationId xmlns:a16="http://schemas.microsoft.com/office/drawing/2014/main" id="{B1866240-0AAF-ADED-0FA1-7DE174616E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901" y="583224"/>
            <a:ext cx="8989565" cy="559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398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table with text and images&#10;&#10;AI-generated content may be incorrect.">
            <a:extLst>
              <a:ext uri="{FF2B5EF4-FFF2-40B4-BE49-F238E27FC236}">
                <a16:creationId xmlns:a16="http://schemas.microsoft.com/office/drawing/2014/main" id="{2851DBC1-3E5D-CCF1-B88E-CC8D22EB52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0970" y="492369"/>
            <a:ext cx="9303516" cy="5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22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642B0B-FA27-5D66-C220-870D76D3DB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5754" y="492369"/>
            <a:ext cx="9671923" cy="568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173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865E212-000B-C01A-8AE7-E90ADE6DF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616" y="399787"/>
            <a:ext cx="10550768" cy="605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153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55226AF-428B-069F-8809-7EEAFF6906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95" y="231360"/>
            <a:ext cx="10771832" cy="640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258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89B310-869B-B6C0-6A26-1DAE4ED118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12" y="466536"/>
            <a:ext cx="11717078" cy="383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590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C307020-653A-C29B-D1C9-CF65330AFA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554" y="633046"/>
            <a:ext cx="9900896" cy="407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853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21</Words>
  <Application>Microsoft Office PowerPoint</Application>
  <PresentationFormat>Widescreen</PresentationFormat>
  <Paragraphs>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Student name: Abdalla Tarek Salem Student ID: CU2400350 Group(1)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Abdalla T Elbakly</dc:creator>
  <cp:lastModifiedBy>Abdalla T Elbakly</cp:lastModifiedBy>
  <cp:revision>1</cp:revision>
  <dcterms:created xsi:type="dcterms:W3CDTF">2025-12-14T21:34:09Z</dcterms:created>
  <dcterms:modified xsi:type="dcterms:W3CDTF">2025-12-14T21:48:16Z</dcterms:modified>
</cp:coreProperties>
</file>